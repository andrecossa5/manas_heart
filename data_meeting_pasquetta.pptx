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6296-0C36-D59E-982E-C9687887B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CB13-ADF1-9C66-76CC-23124B0EB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6DBC-8377-3EE2-B2CF-6785FDFC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4656-2230-2D3A-3A0F-4E18DEB4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749C0-92D2-91FB-3119-7788B269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9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6516-E0E8-6F8B-A384-5C908734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5432-049D-1490-9B5B-00820A68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8A562-7665-3626-8509-E8D90E32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00686-61B4-796C-7C51-90D41320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BC1C5-034A-82B3-AF78-62A12C0E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3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4B51-4FB4-CF1A-39D8-FC3ECB85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0BA96-6D0D-D8A9-68E4-E2E595AC5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88F8-96BA-F4B4-D51C-43F9DF66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B4F8C-940A-D346-E2E1-55848BA2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B4FF1-B7C7-7E35-C413-2628D854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7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A263-51DE-78CB-6DDC-5E4EAF6D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55AB-1879-27FE-4EBF-635441914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7C130-ECFE-9F7D-89AC-3DCF1FF3A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1B24D-1853-6F9B-BCCE-EF04FAD2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D9D5A-27E6-21B1-5CDF-AF313E70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2E6D9-5F10-B9EB-1EC6-CB2E4510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DAB9-094F-4900-DDF2-B0072D97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67FC1-1D9A-EFC1-67A8-693ACE040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F5E73-B982-72C7-D990-12E196E14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762CB-2F12-1D0A-4489-BD8503CC8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FB992-A87D-DA20-921C-24C1DB9F0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FC104-9A93-A2A2-7A94-253BA940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B0E64-7355-3EFE-94B3-91BD72DD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93E44-A2F1-E8F9-202C-45EE74EB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7690-F827-6F46-99AC-2A5006C8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BC3F2-B09E-5778-6C55-862879C8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70CD8-BAE9-4B5A-24D7-944AE12E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AC2A6-844C-D7F2-87E8-1FBAD3E3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3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A4CF3-68AD-64BE-4C6B-79F7BD40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FD9C0-DCC6-8164-A526-EAA0F2E1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CE003-C1F7-14E2-6386-DAE6C93D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9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36A5-371D-04D1-3C52-294413C1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7FCA1-9CDC-58C6-E108-8A406CF10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70A8F-3E9F-BA39-AE61-D5B21DB37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9444E-4123-6FD3-FB1C-7486B7ED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151CC-3904-DE0B-F44D-19CFBAE8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35578-4D3E-A5E7-4D87-77517F23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5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E96A-5613-BAE4-F71B-2AA4EDE7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365A4-310C-5F58-A9B2-DFE2F6267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D925F-A262-8ED1-9E70-D1876D667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F2195-7F3F-2C2C-4E93-69250EED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5ADC5-410B-8990-550C-55718EEB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274CA-06B1-415C-EA33-909EBFE5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8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285D-34C0-C3BA-2EC6-3B3F9388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EB56B-B063-6C39-0A45-78EB69FE9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75FB-62EB-0DD3-55F2-F20A2E4B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B46E3-7E04-2DEF-E9F0-B6FC4CE9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5253C-1CB8-74FE-DE93-DB2060E4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1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9E763-C915-019C-CFB3-8B9DB4430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56C66-BA8E-0013-37DD-9DC961EAB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A774-5D94-5868-5F6F-7585D341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5E0E6-B67A-1E7A-30D3-A02AE801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95812-E522-3870-7E57-23E906B9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7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45849-EF64-24FB-8A10-8B533530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FC0F-7785-DFBF-CCE4-EE67DAE2E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F7961-209B-9155-7E29-A15C94709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96954-241F-3845-A314-DEC43AD3B7D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E452E-5D62-DB29-7EBB-82285AF91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4A9B6-285B-6AB3-A3E7-A7E7FD6AF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37D5E-1896-2746-9B4D-F77A6AA9A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2BF849-DE2E-E451-8F29-84019E0230D2}"/>
              </a:ext>
            </a:extLst>
          </p:cNvPr>
          <p:cNvSpPr txBox="1"/>
          <p:nvPr/>
        </p:nvSpPr>
        <p:spPr>
          <a:xfrm>
            <a:off x="0" y="2170400"/>
            <a:ext cx="12192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Calling heart mutations</a:t>
            </a:r>
            <a:r>
              <a:rPr lang="en-GB" sz="2000"/>
              <a:t>, preliminary </a:t>
            </a:r>
            <a:r>
              <a:rPr lang="en-GB" sz="2000" dirty="0"/>
              <a:t>results</a:t>
            </a:r>
          </a:p>
          <a:p>
            <a:pPr algn="ctr"/>
            <a:endParaRPr lang="en-IT" sz="2800" b="1" dirty="0"/>
          </a:p>
          <a:p>
            <a:pPr algn="ctr"/>
            <a:r>
              <a:rPr lang="en-IT" sz="2800" b="1">
                <a:latin typeface="Arial" panose="020B0604020202020204" pitchFamily="34" charset="0"/>
                <a:cs typeface="Arial" panose="020B0604020202020204" pitchFamily="34" charset="0"/>
              </a:rPr>
              <a:t>ANDREA COSSA, </a:t>
            </a:r>
            <a:r>
              <a:rPr lang="en-IT" sz="2800" b="1" dirty="0">
                <a:latin typeface="Arial" panose="020B0604020202020204" pitchFamily="34" charset="0"/>
                <a:cs typeface="Arial" panose="020B0604020202020204" pitchFamily="34" charset="0"/>
              </a:rPr>
              <a:t>PhD</a:t>
            </a:r>
            <a:endParaRPr lang="en-IT" sz="2800" b="1" dirty="0"/>
          </a:p>
          <a:p>
            <a:pPr algn="ctr"/>
            <a:endParaRPr lang="en-IT" sz="2800" b="1" dirty="0"/>
          </a:p>
        </p:txBody>
      </p:sp>
      <p:pic>
        <p:nvPicPr>
          <p:cNvPr id="5" name="Google Shape;89;p1">
            <a:extLst>
              <a:ext uri="{FF2B5EF4-FFF2-40B4-BE49-F238E27FC236}">
                <a16:creationId xmlns:a16="http://schemas.microsoft.com/office/drawing/2014/main" id="{8D56A9F3-98D4-04C1-8FF2-30E74A185D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5725" y="4089641"/>
            <a:ext cx="2740550" cy="847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153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E6CA49-33BD-AAEA-F7FF-6F7258BCC081}"/>
              </a:ext>
            </a:extLst>
          </p:cNvPr>
          <p:cNvCxnSpPr>
            <a:cxnSpLocks/>
          </p:cNvCxnSpPr>
          <p:nvPr/>
        </p:nvCxnSpPr>
        <p:spPr>
          <a:xfrm>
            <a:off x="445168" y="733924"/>
            <a:ext cx="111292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74FE77-0EC1-06B9-1038-383F99E9FA21}"/>
              </a:ext>
            </a:extLst>
          </p:cNvPr>
          <p:cNvSpPr txBox="1"/>
          <p:nvPr/>
        </p:nvSpPr>
        <p:spPr>
          <a:xfrm>
            <a:off x="344314" y="273214"/>
            <a:ext cx="11129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IT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7C726-E8C5-D364-BBAB-4DC7B9A0804C}"/>
              </a:ext>
            </a:extLst>
          </p:cNvPr>
          <p:cNvSpPr/>
          <p:nvPr/>
        </p:nvSpPr>
        <p:spPr>
          <a:xfrm>
            <a:off x="1552353" y="1056881"/>
            <a:ext cx="425303" cy="346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26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Cossa</dc:creator>
  <cp:lastModifiedBy>Andrea Cossa</cp:lastModifiedBy>
  <cp:revision>3</cp:revision>
  <dcterms:created xsi:type="dcterms:W3CDTF">2026-03-30T09:45:59Z</dcterms:created>
  <dcterms:modified xsi:type="dcterms:W3CDTF">2026-03-30T09:57:25Z</dcterms:modified>
</cp:coreProperties>
</file>